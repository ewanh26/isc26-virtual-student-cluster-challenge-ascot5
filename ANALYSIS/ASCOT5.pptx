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2E4E41-2A7E-408E-8C4B-5DCEB617C1D2}" v="1" dt="2026-05-12T21:03:01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wan Hallatt (MSci Theo Phys + App Maths FT)" userId="2354b73b-7f6a-4150-9bab-bcfb2817ef7c" providerId="ADAL" clId="{09A20169-437D-422A-A53B-4F7B4CC454EF}"/>
    <pc:docChg chg="modSld">
      <pc:chgData name="Ewan Hallatt (MSci Theo Phys + App Maths FT)" userId="2354b73b-7f6a-4150-9bab-bcfb2817ef7c" providerId="ADAL" clId="{09A20169-437D-422A-A53B-4F7B4CC454EF}" dt="2026-05-12T21:03:01.329" v="0" actId="931"/>
      <pc:docMkLst>
        <pc:docMk/>
      </pc:docMkLst>
      <pc:sldChg chg="addSp modSp">
        <pc:chgData name="Ewan Hallatt (MSci Theo Phys + App Maths FT)" userId="2354b73b-7f6a-4150-9bab-bcfb2817ef7c" providerId="ADAL" clId="{09A20169-437D-422A-A53B-4F7B4CC454EF}" dt="2026-05-12T21:03:01.329" v="0" actId="931"/>
        <pc:sldMkLst>
          <pc:docMk/>
          <pc:sldMk cId="479272452" sldId="256"/>
        </pc:sldMkLst>
        <pc:picChg chg="add mod">
          <ac:chgData name="Ewan Hallatt (MSci Theo Phys + App Maths FT)" userId="2354b73b-7f6a-4150-9bab-bcfb2817ef7c" providerId="ADAL" clId="{09A20169-437D-422A-A53B-4F7B4CC454EF}" dt="2026-05-12T21:03:01.329" v="0" actId="931"/>
          <ac:picMkLst>
            <pc:docMk/>
            <pc:sldMk cId="479272452" sldId="256"/>
            <ac:picMk id="5" creationId="{4E296568-3839-C224-D873-957FA3B9F1D1}"/>
          </ac:picMkLst>
        </pc:picChg>
      </pc:sldChg>
    </pc:docChg>
  </pc:docChgLst>
  <pc:docChgLst>
    <pc:chgData name="Ewan Hallatt (MSci Theo Phys + App Maths FT)" userId="2354b73b-7f6a-4150-9bab-bcfb2817ef7c" providerId="ADAL" clId="{33B65E6B-DBBF-4BD0-88A6-A1EBFDFCF2F1}"/>
    <pc:docChg chg="modSld sldOrd">
      <pc:chgData name="Ewan Hallatt (MSci Theo Phys + App Maths FT)" userId="2354b73b-7f6a-4150-9bab-bcfb2817ef7c" providerId="ADAL" clId="{33B65E6B-DBBF-4BD0-88A6-A1EBFDFCF2F1}" dt="2026-05-12T17:08:32.921" v="713" actId="1076"/>
      <pc:docMkLst>
        <pc:docMk/>
      </pc:docMkLst>
      <pc:sldChg chg="addSp modSp">
        <pc:chgData name="Ewan Hallatt (MSci Theo Phys + App Maths FT)" userId="2354b73b-7f6a-4150-9bab-bcfb2817ef7c" providerId="ADAL" clId="{33B65E6B-DBBF-4BD0-88A6-A1EBFDFCF2F1}" dt="2026-05-12T17:08:32.921" v="713" actId="1076"/>
        <pc:sldMkLst>
          <pc:docMk/>
          <pc:sldMk cId="479272452" sldId="256"/>
        </pc:sldMkLst>
        <pc:spChg chg="mod">
          <ac:chgData name="Ewan Hallatt (MSci Theo Phys + App Maths FT)" userId="2354b73b-7f6a-4150-9bab-bcfb2817ef7c" providerId="ADAL" clId="{33B65E6B-DBBF-4BD0-88A6-A1EBFDFCF2F1}" dt="2026-05-12T15:07:07.267" v="45"/>
          <ac:spMkLst>
            <pc:docMk/>
            <pc:sldMk cId="479272452" sldId="256"/>
            <ac:spMk id="2" creationId="{915E55DC-9B31-4CC8-0243-61C3B3C4AF7B}"/>
          </ac:spMkLst>
        </pc:spChg>
        <pc:spChg chg="mod">
          <ac:chgData name="Ewan Hallatt (MSci Theo Phys + App Maths FT)" userId="2354b73b-7f6a-4150-9bab-bcfb2817ef7c" providerId="ADAL" clId="{33B65E6B-DBBF-4BD0-88A6-A1EBFDFCF2F1}" dt="2026-05-12T15:07:07.267" v="45"/>
          <ac:spMkLst>
            <pc:docMk/>
            <pc:sldMk cId="479272452" sldId="256"/>
            <ac:spMk id="3" creationId="{60A1AF7D-97F8-A605-70EF-96AFA1814C29}"/>
          </ac:spMkLst>
        </pc:spChg>
        <pc:spChg chg="mod">
          <ac:chgData name="Ewan Hallatt (MSci Theo Phys + App Maths FT)" userId="2354b73b-7f6a-4150-9bab-bcfb2817ef7c" providerId="ADAL" clId="{33B65E6B-DBBF-4BD0-88A6-A1EBFDFCF2F1}" dt="2026-05-12T14:24:42.214" v="14"/>
          <ac:spMkLst>
            <pc:docMk/>
            <pc:sldMk cId="479272452" sldId="256"/>
            <ac:spMk id="4" creationId="{9DE46409-4934-B2E5-07D7-9AC30D31A5D9}"/>
          </ac:spMkLst>
        </pc:spChg>
        <pc:picChg chg="add mod">
          <ac:chgData name="Ewan Hallatt (MSci Theo Phys + App Maths FT)" userId="2354b73b-7f6a-4150-9bab-bcfb2817ef7c" providerId="ADAL" clId="{33B65E6B-DBBF-4BD0-88A6-A1EBFDFCF2F1}" dt="2026-05-12T16:49:08.043" v="659"/>
          <ac:picMkLst>
            <pc:docMk/>
            <pc:sldMk cId="479272452" sldId="256"/>
            <ac:picMk id="5" creationId="{1DADF911-5030-D395-8BDE-EE3084147ABB}"/>
          </ac:picMkLst>
        </pc:picChg>
        <pc:picChg chg="add">
          <ac:chgData name="Ewan Hallatt (MSci Theo Phys + App Maths FT)" userId="2354b73b-7f6a-4150-9bab-bcfb2817ef7c" providerId="ADAL" clId="{33B65E6B-DBBF-4BD0-88A6-A1EBFDFCF2F1}" dt="2026-05-12T16:50:09.206" v="665"/>
          <ac:picMkLst>
            <pc:docMk/>
            <pc:sldMk cId="479272452" sldId="256"/>
            <ac:picMk id="6" creationId="{4DB456C2-0D3E-B32B-0972-CA620DF1CCB1}"/>
          </ac:picMkLst>
        </pc:picChg>
        <pc:picChg chg="add mod">
          <ac:chgData name="Ewan Hallatt (MSci Theo Phys + App Maths FT)" userId="2354b73b-7f6a-4150-9bab-bcfb2817ef7c" providerId="ADAL" clId="{33B65E6B-DBBF-4BD0-88A6-A1EBFDFCF2F1}" dt="2026-05-12T17:08:32.921" v="713" actId="1076"/>
          <ac:picMkLst>
            <pc:docMk/>
            <pc:sldMk cId="479272452" sldId="256"/>
            <ac:picMk id="7" creationId="{D53ACF28-8B5A-C522-A7E4-94632A82AC53}"/>
          </ac:picMkLst>
        </pc:picChg>
        <pc:picChg chg="add mod">
          <ac:chgData name="Ewan Hallatt (MSci Theo Phys + App Maths FT)" userId="2354b73b-7f6a-4150-9bab-bcfb2817ef7c" providerId="ADAL" clId="{33B65E6B-DBBF-4BD0-88A6-A1EBFDFCF2F1}" dt="2026-05-12T17:08:32.921" v="713" actId="1076"/>
          <ac:picMkLst>
            <pc:docMk/>
            <pc:sldMk cId="479272452" sldId="256"/>
            <ac:picMk id="1026" creationId="{A1E5A573-CA0D-743A-8605-238A80CD0C08}"/>
          </ac:picMkLst>
        </pc:picChg>
        <pc:picChg chg="add mod">
          <ac:chgData name="Ewan Hallatt (MSci Theo Phys + App Maths FT)" userId="2354b73b-7f6a-4150-9bab-bcfb2817ef7c" providerId="ADAL" clId="{33B65E6B-DBBF-4BD0-88A6-A1EBFDFCF2F1}" dt="2026-05-12T16:47:46.593" v="656" actId="207"/>
          <ac:picMkLst>
            <pc:docMk/>
            <pc:sldMk cId="479272452" sldId="256"/>
            <ac:picMk id="1028" creationId="{9A584236-B74D-BD39-85E1-246096262525}"/>
          </ac:picMkLst>
        </pc:picChg>
        <pc:picChg chg="add mod">
          <ac:chgData name="Ewan Hallatt (MSci Theo Phys + App Maths FT)" userId="2354b73b-7f6a-4150-9bab-bcfb2817ef7c" providerId="ADAL" clId="{33B65E6B-DBBF-4BD0-88A6-A1EBFDFCF2F1}" dt="2026-05-12T17:08:32.921" v="713" actId="1076"/>
          <ac:picMkLst>
            <pc:docMk/>
            <pc:sldMk cId="479272452" sldId="256"/>
            <ac:picMk id="1030" creationId="{787895F3-452B-54FD-8606-5D70981CB973}"/>
          </ac:picMkLst>
        </pc:picChg>
      </pc:sldChg>
      <pc:sldChg chg="addSp delSp modSp">
        <pc:chgData name="Ewan Hallatt (MSci Theo Phys + App Maths FT)" userId="2354b73b-7f6a-4150-9bab-bcfb2817ef7c" providerId="ADAL" clId="{33B65E6B-DBBF-4BD0-88A6-A1EBFDFCF2F1}" dt="2026-05-12T15:07:07.267" v="45"/>
        <pc:sldMkLst>
          <pc:docMk/>
          <pc:sldMk cId="3997828275" sldId="257"/>
        </pc:sldMkLst>
        <pc:spChg chg="mod">
          <ac:chgData name="Ewan Hallatt (MSci Theo Phys + App Maths FT)" userId="2354b73b-7f6a-4150-9bab-bcfb2817ef7c" providerId="ADAL" clId="{33B65E6B-DBBF-4BD0-88A6-A1EBFDFCF2F1}" dt="2026-05-12T15:07:07.267" v="45"/>
          <ac:spMkLst>
            <pc:docMk/>
            <pc:sldMk cId="3997828275" sldId="257"/>
            <ac:spMk id="2" creationId="{E2E8571F-DD76-42EA-840D-E8996BBFF3AF}"/>
          </ac:spMkLst>
        </pc:spChg>
        <pc:spChg chg="mod">
          <ac:chgData name="Ewan Hallatt (MSci Theo Phys + App Maths FT)" userId="2354b73b-7f6a-4150-9bab-bcfb2817ef7c" providerId="ADAL" clId="{33B65E6B-DBBF-4BD0-88A6-A1EBFDFCF2F1}" dt="2026-05-12T15:07:07.267" v="45"/>
          <ac:spMkLst>
            <pc:docMk/>
            <pc:sldMk cId="3997828275" sldId="257"/>
            <ac:spMk id="3" creationId="{A80D36EF-1FD4-3DBD-971E-59C3AD40AD48}"/>
          </ac:spMkLst>
        </pc:spChg>
        <pc:picChg chg="add del">
          <ac:chgData name="Ewan Hallatt (MSci Theo Phys + App Maths FT)" userId="2354b73b-7f6a-4150-9bab-bcfb2817ef7c" providerId="ADAL" clId="{33B65E6B-DBBF-4BD0-88A6-A1EBFDFCF2F1}" dt="2026-05-12T14:24:13.059" v="10" actId="478"/>
          <ac:picMkLst>
            <pc:docMk/>
            <pc:sldMk cId="3997828275" sldId="257"/>
            <ac:picMk id="2050" creationId="{20B3424E-ADF8-F1F2-E521-B1C9CBF2ABB8}"/>
          </ac:picMkLst>
        </pc:picChg>
      </pc:sldChg>
      <pc:sldChg chg="addSp delSp modSp">
        <pc:chgData name="Ewan Hallatt (MSci Theo Phys + App Maths FT)" userId="2354b73b-7f6a-4150-9bab-bcfb2817ef7c" providerId="ADAL" clId="{33B65E6B-DBBF-4BD0-88A6-A1EBFDFCF2F1}" dt="2026-05-12T15:37:22.342" v="331" actId="20577"/>
        <pc:sldMkLst>
          <pc:docMk/>
          <pc:sldMk cId="2184475797" sldId="258"/>
        </pc:sldMkLst>
        <pc:spChg chg="mod">
          <ac:chgData name="Ewan Hallatt (MSci Theo Phys + App Maths FT)" userId="2354b73b-7f6a-4150-9bab-bcfb2817ef7c" providerId="ADAL" clId="{33B65E6B-DBBF-4BD0-88A6-A1EBFDFCF2F1}" dt="2026-05-12T15:07:07.267" v="45"/>
          <ac:spMkLst>
            <pc:docMk/>
            <pc:sldMk cId="2184475797" sldId="258"/>
            <ac:spMk id="4" creationId="{52DF6557-E318-ACF2-9CD9-F805ED273B12}"/>
          </ac:spMkLst>
        </pc:spChg>
        <pc:spChg chg="add del">
          <ac:chgData name="Ewan Hallatt (MSci Theo Phys + App Maths FT)" userId="2354b73b-7f6a-4150-9bab-bcfb2817ef7c" providerId="ADAL" clId="{33B65E6B-DBBF-4BD0-88A6-A1EBFDFCF2F1}" dt="2026-05-12T15:05:33.008" v="42" actId="931"/>
          <ac:spMkLst>
            <pc:docMk/>
            <pc:sldMk cId="2184475797" sldId="258"/>
            <ac:spMk id="5" creationId="{4454FC8A-5DE6-9BAC-56DB-92399DA066A8}"/>
          </ac:spMkLst>
        </pc:spChg>
        <pc:spChg chg="mod">
          <ac:chgData name="Ewan Hallatt (MSci Theo Phys + App Maths FT)" userId="2354b73b-7f6a-4150-9bab-bcfb2817ef7c" providerId="ADAL" clId="{33B65E6B-DBBF-4BD0-88A6-A1EBFDFCF2F1}" dt="2026-05-12T15:05:36.371" v="44"/>
          <ac:spMkLst>
            <pc:docMk/>
            <pc:sldMk cId="2184475797" sldId="258"/>
            <ac:spMk id="6" creationId="{1FA465FC-5AFE-6323-CDF5-17B3DCF2CA1A}"/>
          </ac:spMkLst>
        </pc:spChg>
        <pc:spChg chg="mod">
          <ac:chgData name="Ewan Hallatt (MSci Theo Phys + App Maths FT)" userId="2354b73b-7f6a-4150-9bab-bcfb2817ef7c" providerId="ADAL" clId="{33B65E6B-DBBF-4BD0-88A6-A1EBFDFCF2F1}" dt="2026-05-12T15:37:22.342" v="331" actId="20577"/>
          <ac:spMkLst>
            <pc:docMk/>
            <pc:sldMk cId="2184475797" sldId="258"/>
            <ac:spMk id="10" creationId="{F95F80D5-ECD9-A22C-3FDC-BCE0DECB6159}"/>
          </ac:spMkLst>
        </pc:spChg>
        <pc:spChg chg="del">
          <ac:chgData name="Ewan Hallatt (MSci Theo Phys + App Maths FT)" userId="2354b73b-7f6a-4150-9bab-bcfb2817ef7c" providerId="ADAL" clId="{33B65E6B-DBBF-4BD0-88A6-A1EBFDFCF2F1}" dt="2026-05-12T15:15:17.087" v="46" actId="931"/>
          <ac:spMkLst>
            <pc:docMk/>
            <pc:sldMk cId="2184475797" sldId="258"/>
            <ac:spMk id="12" creationId="{16C677B8-4CA3-6608-2B63-C0BDF5E4AFB2}"/>
          </ac:spMkLst>
        </pc:spChg>
        <pc:spChg chg="del">
          <ac:chgData name="Ewan Hallatt (MSci Theo Phys + App Maths FT)" userId="2354b73b-7f6a-4150-9bab-bcfb2817ef7c" providerId="ADAL" clId="{33B65E6B-DBBF-4BD0-88A6-A1EBFDFCF2F1}" dt="2026-05-12T15:18:59.149" v="47" actId="931"/>
          <ac:spMkLst>
            <pc:docMk/>
            <pc:sldMk cId="2184475797" sldId="258"/>
            <ac:spMk id="16" creationId="{27022D3B-FD7E-5865-181D-5B1D27E8E465}"/>
          </ac:spMkLst>
        </pc:spChg>
        <pc:picChg chg="add mod">
          <ac:chgData name="Ewan Hallatt (MSci Theo Phys + App Maths FT)" userId="2354b73b-7f6a-4150-9bab-bcfb2817ef7c" providerId="ADAL" clId="{33B65E6B-DBBF-4BD0-88A6-A1EBFDFCF2F1}" dt="2026-05-12T15:05:33.008" v="42" actId="931"/>
          <ac:picMkLst>
            <pc:docMk/>
            <pc:sldMk cId="2184475797" sldId="258"/>
            <ac:picMk id="8" creationId="{12BD19CB-E7C7-3020-84A8-B6B90907DF0D}"/>
          </ac:picMkLst>
        </pc:picChg>
        <pc:picChg chg="add mod">
          <ac:chgData name="Ewan Hallatt (MSci Theo Phys + App Maths FT)" userId="2354b73b-7f6a-4150-9bab-bcfb2817ef7c" providerId="ADAL" clId="{33B65E6B-DBBF-4BD0-88A6-A1EBFDFCF2F1}" dt="2026-05-12T15:15:17.087" v="46" actId="931"/>
          <ac:picMkLst>
            <pc:docMk/>
            <pc:sldMk cId="2184475797" sldId="258"/>
            <ac:picMk id="14" creationId="{B7929564-4FC9-4BC6-AE29-A0EF5E142DA5}"/>
          </ac:picMkLst>
        </pc:picChg>
        <pc:picChg chg="add mod">
          <ac:chgData name="Ewan Hallatt (MSci Theo Phys + App Maths FT)" userId="2354b73b-7f6a-4150-9bab-bcfb2817ef7c" providerId="ADAL" clId="{33B65E6B-DBBF-4BD0-88A6-A1EBFDFCF2F1}" dt="2026-05-12T15:36:15.110" v="312" actId="14826"/>
          <ac:picMkLst>
            <pc:docMk/>
            <pc:sldMk cId="2184475797" sldId="258"/>
            <ac:picMk id="18" creationId="{665029AC-FF12-1B98-9E36-51ADF5566F26}"/>
          </ac:picMkLst>
        </pc:picChg>
      </pc:sldChg>
      <pc:sldChg chg="modSp">
        <pc:chgData name="Ewan Hallatt (MSci Theo Phys + App Maths FT)" userId="2354b73b-7f6a-4150-9bab-bcfb2817ef7c" providerId="ADAL" clId="{33B65E6B-DBBF-4BD0-88A6-A1EBFDFCF2F1}" dt="2026-05-12T15:55:20.858" v="558" actId="20577"/>
        <pc:sldMkLst>
          <pc:docMk/>
          <pc:sldMk cId="3276249710" sldId="259"/>
        </pc:sldMkLst>
        <pc:spChg chg="mod">
          <ac:chgData name="Ewan Hallatt (MSci Theo Phys + App Maths FT)" userId="2354b73b-7f6a-4150-9bab-bcfb2817ef7c" providerId="ADAL" clId="{33B65E6B-DBBF-4BD0-88A6-A1EBFDFCF2F1}" dt="2026-05-12T15:55:20.858" v="558" actId="20577"/>
          <ac:spMkLst>
            <pc:docMk/>
            <pc:sldMk cId="3276249710" sldId="259"/>
            <ac:spMk id="10" creationId="{0795612E-A506-2B05-7CFC-87FB605D71D4}"/>
          </ac:spMkLst>
        </pc:spChg>
        <pc:picChg chg="mod">
          <ac:chgData name="Ewan Hallatt (MSci Theo Phys + App Maths FT)" userId="2354b73b-7f6a-4150-9bab-bcfb2817ef7c" providerId="ADAL" clId="{33B65E6B-DBBF-4BD0-88A6-A1EBFDFCF2F1}" dt="2026-05-12T15:44:58.878" v="332" actId="14826"/>
          <ac:picMkLst>
            <pc:docMk/>
            <pc:sldMk cId="3276249710" sldId="259"/>
            <ac:picMk id="18" creationId="{340F0AA2-EDFE-A59A-6FFF-C1270763D5D1}"/>
          </ac:picMkLst>
        </pc:picChg>
      </pc:sldChg>
      <pc:sldChg chg="modSp ord">
        <pc:chgData name="Ewan Hallatt (MSci Theo Phys + App Maths FT)" userId="2354b73b-7f6a-4150-9bab-bcfb2817ef7c" providerId="ADAL" clId="{33B65E6B-DBBF-4BD0-88A6-A1EBFDFCF2F1}" dt="2026-05-12T16:28:30.253" v="652"/>
        <pc:sldMkLst>
          <pc:docMk/>
          <pc:sldMk cId="3832730974" sldId="260"/>
        </pc:sldMkLst>
        <pc:spChg chg="mod">
          <ac:chgData name="Ewan Hallatt (MSci Theo Phys + App Maths FT)" userId="2354b73b-7f6a-4150-9bab-bcfb2817ef7c" providerId="ADAL" clId="{33B65E6B-DBBF-4BD0-88A6-A1EBFDFCF2F1}" dt="2026-05-12T16:28:30.253" v="652"/>
          <ac:spMkLst>
            <pc:docMk/>
            <pc:sldMk cId="3832730974" sldId="260"/>
            <ac:spMk id="10" creationId="{BE5F9CB2-BF1D-8B64-6ADF-53B430891EA9}"/>
          </ac:spMkLst>
        </pc:spChg>
        <pc:picChg chg="mod">
          <ac:chgData name="Ewan Hallatt (MSci Theo Phys + App Maths FT)" userId="2354b73b-7f6a-4150-9bab-bcfb2817ef7c" providerId="ADAL" clId="{33B65E6B-DBBF-4BD0-88A6-A1EBFDFCF2F1}" dt="2026-05-12T15:56:39.341" v="560" actId="14826"/>
          <ac:picMkLst>
            <pc:docMk/>
            <pc:sldMk cId="3832730974" sldId="260"/>
            <ac:picMk id="18" creationId="{D7F992E8-5A46-2032-BF1C-67B2F9AD655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392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55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827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79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0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09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805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335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84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875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635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629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598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973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243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532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11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F944278-FB07-4C39-ACA9-EF1190149FDD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2219B6C-D495-4F52-A5B3-C278404CE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87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55DC-9B31-4CC8-0243-61C3B3C4A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ASCOT5 SPARC Simulation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1AF7D-97F8-A605-70EF-96AFA1814C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Ewan Hallatt (CIUK/University of Birmingham </a:t>
            </a:r>
            <a:r>
              <a:rPr lang="en-GB" dirty="0" err="1"/>
              <a:t>Beariables</a:t>
            </a:r>
            <a:r>
              <a:rPr lang="en-GB" dirty="0"/>
              <a:t>) – ISC26 Virtual Challenge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5A573-CA0D-743A-8605-238A80CD0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379" y="153413"/>
            <a:ext cx="2066620" cy="48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3ACF28-8B5A-C522-A7E4-94632A82A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81" t="23207" r="11898" b="24498"/>
          <a:stretch>
            <a:fillRect/>
          </a:stretch>
        </p:blipFill>
        <p:spPr>
          <a:xfrm>
            <a:off x="9712618" y="155886"/>
            <a:ext cx="1790404" cy="483081"/>
          </a:xfrm>
          <a:prstGeom prst="rect">
            <a:avLst/>
          </a:prstGeom>
        </p:spPr>
      </p:pic>
      <p:pic>
        <p:nvPicPr>
          <p:cNvPr id="1030" name="Picture 6" descr="Computing Insight UK (@CompInsightUK) / Posts / X">
            <a:extLst>
              <a:ext uri="{FF2B5EF4-FFF2-40B4-BE49-F238E27FC236}">
                <a16:creationId xmlns:a16="http://schemas.microsoft.com/office/drawing/2014/main" id="{787895F3-452B-54FD-8606-5D70981CB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504" y="153414"/>
            <a:ext cx="480609" cy="480609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27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571F-DD76-42EA-840D-E8996BBFF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Difficulties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D36EF-1FD4-3DBD-971E-59C3AD40A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38399"/>
            <a:ext cx="10018713" cy="3733801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Running with MPI/OpenMP Initially.</a:t>
            </a:r>
          </a:p>
          <a:p>
            <a:pPr lvl="1"/>
            <a:r>
              <a:rPr lang="en-GB" dirty="0"/>
              <a:t>Running the executable without job parallelisation caused it to exceed the IRIS time limit of 4 hours. After trying multiple parallelisation commands I found only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mpirun</a:t>
            </a:r>
            <a:r>
              <a:rPr lang="en-GB" dirty="0">
                <a:cs typeface="Courier New" panose="02070309020205020404" pitchFamily="49" charset="0"/>
              </a:rPr>
              <a:t> worked, as opposed to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GB" dirty="0">
                <a:cs typeface="Courier New" panose="02070309020205020404" pitchFamily="49" charset="0"/>
              </a:rPr>
              <a:t> for example.</a:t>
            </a:r>
            <a:endParaRPr lang="en-GB" dirty="0"/>
          </a:p>
          <a:p>
            <a:r>
              <a:rPr lang="en-GB" dirty="0"/>
              <a:t>Not specifying GPUs per task causing failure on ROMEO.</a:t>
            </a:r>
          </a:p>
          <a:p>
            <a:pPr lvl="1"/>
            <a:r>
              <a:rPr lang="en-GB" dirty="0"/>
              <a:t>Running the executable without specifying the SLURM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gpus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-per-task</a:t>
            </a:r>
            <a:r>
              <a:rPr lang="en-GB" dirty="0">
                <a:cs typeface="Courier New" panose="02070309020205020404" pitchFamily="49" charset="0"/>
              </a:rPr>
              <a:t> parameter caused instant failure.</a:t>
            </a:r>
            <a:endParaRPr lang="en-GB" dirty="0"/>
          </a:p>
          <a:p>
            <a:r>
              <a:rPr lang="en-GB" dirty="0"/>
              <a:t>4-node runs on IRIS not allowing specification of both tasks per node and CPUs per task (i.e. OMP Threads per task).</a:t>
            </a:r>
          </a:p>
          <a:p>
            <a:pPr lvl="1"/>
            <a:r>
              <a:rPr lang="en-GB" dirty="0"/>
              <a:t>IRIS did not allow a SLURM configuration which specified 4 nodes and both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-per-node</a:t>
            </a:r>
            <a:r>
              <a:rPr lang="en-GB" dirty="0"/>
              <a:t> and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-per-task</a:t>
            </a:r>
            <a:r>
              <a:rPr lang="en-GB" dirty="0">
                <a:cs typeface="Courier New" panose="02070309020205020404" pitchFamily="49" charset="0"/>
              </a:rPr>
              <a:t>.</a:t>
            </a:r>
            <a:endParaRPr lang="en-GB" dirty="0"/>
          </a:p>
          <a:p>
            <a:r>
              <a:rPr lang="en-GB" dirty="0"/>
              <a:t>Running out of disk space on IRIS towards the end of the challenge.</a:t>
            </a:r>
          </a:p>
          <a:p>
            <a:pPr lvl="1"/>
            <a:r>
              <a:rPr lang="en-GB" dirty="0"/>
              <a:t>I could not get simulations running with use of the scratch folder. Luckily, I had enough data to draw conclusions at that point.</a:t>
            </a:r>
          </a:p>
          <a:p>
            <a:r>
              <a:rPr lang="en-GB" dirty="0"/>
              <a:t>Inability to plot wall loads due to H5 file errors.</a:t>
            </a:r>
          </a:p>
          <a:p>
            <a:pPr lvl="1"/>
            <a:r>
              <a:rPr lang="en-GB" dirty="0"/>
              <a:t>Initially created new output H5 files for each simulation, but I believe these omitted input data needed for plotting.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82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DF6557-E318-ACF2-9CD9-F805ED27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287" y="0"/>
            <a:ext cx="10018713" cy="1752599"/>
          </a:xfrm>
        </p:spPr>
        <p:txBody>
          <a:bodyPr/>
          <a:lstStyle/>
          <a:p>
            <a:r>
              <a:rPr lang="en-GB" dirty="0"/>
              <a:t>ROMEO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F95F80D5-ECD9-A22C-3FDC-BCE0DECB615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636520" y="2339768"/>
                <a:ext cx="5014960" cy="31242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Notes:</a:t>
                </a:r>
              </a:p>
              <a:p>
                <a:pPr lvl="1"/>
                <a:r>
                  <a:rPr lang="en-GB" dirty="0">
                    <a:cs typeface="Courier New" panose="02070309020205020404" pitchFamily="49" charset="0"/>
                  </a:rPr>
                  <a:t>Specifying SLURM parameter </a:t>
                </a: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gpus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-per-task</a:t>
                </a:r>
                <a:r>
                  <a:rPr lang="en-GB" dirty="0">
                    <a:cs typeface="Courier New" panose="02070309020205020404" pitchFamily="49" charset="0"/>
                  </a:rPr>
                  <a:t> did not affect runtime.</a:t>
                </a:r>
              </a:p>
              <a:p>
                <a:r>
                  <a:rPr lang="en-GB" dirty="0">
                    <a:cs typeface="Courier New" panose="02070309020205020404" pitchFamily="49" charset="0"/>
                  </a:rPr>
                  <a:t>Scalability:</a:t>
                </a:r>
              </a:p>
              <a:p>
                <a:pPr lvl="1"/>
                <a:r>
                  <a:rPr lang="en-GB" dirty="0">
                    <a:cs typeface="Courier New" panose="02070309020205020404" pitchFamily="49" charset="0"/>
                  </a:rPr>
                  <a:t>Runtime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𝑡</m:t>
                    </m:r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 follows an inverse law with # of nodes used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𝑁</m:t>
                    </m:r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.</a:t>
                </a:r>
              </a:p>
              <a:p>
                <a:pPr lvl="1"/>
                <a:r>
                  <a:rPr lang="en-GB" dirty="0">
                    <a:cs typeface="Courier New" panose="02070309020205020404" pitchFamily="49" charset="0"/>
                  </a:rPr>
                  <a:t>It approximately follows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∝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𝑁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−0.83</m:t>
                        </m:r>
                      </m:sup>
                    </m:sSup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 (Log-LSF), meaning by scaling from 4 to 8 nodes one would expect to see the runtime drop by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~44%</m:t>
                    </m:r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.</a:t>
                </a:r>
              </a:p>
              <a:p>
                <a:pPr lvl="1"/>
                <a:r>
                  <a:rPr lang="en-GB" dirty="0">
                    <a:cs typeface="Courier New" panose="02070309020205020404" pitchFamily="49" charset="0"/>
                  </a:rPr>
                  <a:t>Hence ASCOT5 SPARC simulations would scale well to higher numbers of GPU nodes.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F95F80D5-ECD9-A22C-3FDC-BCE0DECB6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636520" y="2339768"/>
                <a:ext cx="5014960" cy="3124200"/>
              </a:xfrm>
              <a:blipFill>
                <a:blip r:embed="rId2"/>
                <a:stretch>
                  <a:fillRect l="-1703" t="-3125" r="-243" b="-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665029AC-FF12-1B98-9E36-51ADF5566F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521" y="1520948"/>
            <a:ext cx="5555479" cy="47618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8447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D1B25-AF90-9456-C864-689E436E1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4EB1E7-79C3-4433-6C0F-9A2DC8292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287" y="0"/>
            <a:ext cx="10018713" cy="1752599"/>
          </a:xfrm>
        </p:spPr>
        <p:txBody>
          <a:bodyPr/>
          <a:lstStyle/>
          <a:p>
            <a:r>
              <a:rPr lang="en-GB" dirty="0"/>
              <a:t>1M vs. 5M Results on 1 ROMEO GPU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795612E-A506-2B05-7CFC-87FB605D71D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636520" y="2339768"/>
                <a:ext cx="5014960" cy="3124200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cs typeface="Courier New" panose="02070309020205020404" pitchFamily="49" charset="0"/>
                  </a:rPr>
                  <a:t>Comparison:</a:t>
                </a:r>
              </a:p>
              <a:p>
                <a:pPr lvl="1"/>
                <a:r>
                  <a:rPr lang="en-GB" dirty="0">
                    <a:cs typeface="Courier New" panose="02070309020205020404" pitchFamily="49" charset="0"/>
                  </a:rPr>
                  <a:t>The runtime for 5M particles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5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 is approximately quintuple the runtime for 1M particles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 as one would expect.</a:t>
                </a:r>
              </a:p>
              <a:p>
                <a:pPr lvl="1"/>
                <a:r>
                  <a:rPr lang="en-GB" dirty="0">
                    <a:cs typeface="Courier New" panose="02070309020205020404" pitchFamily="49" charset="0"/>
                  </a:rPr>
                  <a:t>However,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Δ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=5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𝑀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5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𝑀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≈2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m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25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s</m:t>
                    </m:r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.</a:t>
                </a:r>
              </a:p>
              <a:p>
                <a:pPr lvl="1"/>
                <a:r>
                  <a:rPr lang="en-GB" dirty="0">
                    <a:cs typeface="Courier New" panose="02070309020205020404" pitchFamily="49" charset="0"/>
                  </a:rPr>
                  <a:t>From this, one could assume that there are optimisations in place for high numbers of particles.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795612E-A506-2B05-7CFC-87FB605D71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636520" y="2339768"/>
                <a:ext cx="5014960" cy="3124200"/>
              </a:xfrm>
              <a:blipFill>
                <a:blip r:embed="rId2"/>
                <a:stretch>
                  <a:fillRect l="-19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340F0AA2-EDFE-A59A-6FFF-C1270763D5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521" y="1520948"/>
            <a:ext cx="5555479" cy="47618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76249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34CA6-2E0D-A304-6B44-3C3353FB0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035A89-55F7-1AA4-3943-B1052F1B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287" y="0"/>
            <a:ext cx="10018713" cy="1752599"/>
          </a:xfrm>
        </p:spPr>
        <p:txBody>
          <a:bodyPr/>
          <a:lstStyle/>
          <a:p>
            <a:r>
              <a:rPr lang="en-GB" dirty="0"/>
              <a:t>IRIS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BE5F9CB2-BF1D-8B64-6ADF-53B430891EA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304825" y="1520948"/>
                <a:ext cx="5698915" cy="476184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Notes:</a:t>
                </a:r>
              </a:p>
              <a:p>
                <a:pPr lvl="1"/>
                <a:r>
                  <a:rPr lang="en-GB" dirty="0"/>
                  <a:t>Runtime is very sensitive to MPI and OpenMP parameters.</a:t>
                </a:r>
              </a:p>
              <a:p>
                <a:pPr lvl="1"/>
                <a:r>
                  <a:rPr lang="en-GB" dirty="0"/>
                  <a:t>ASCOT5 generally prefers pure MPI parallelisation as opposed to either pure or mixed OpenMP threading.</a:t>
                </a:r>
              </a:p>
              <a:p>
                <a:pPr lvl="2"/>
                <a:r>
                  <a:rPr lang="en-GB" dirty="0"/>
                  <a:t>An exception to this was 4 nodes which was fastest when these parameters went unspecified.</a:t>
                </a:r>
              </a:p>
              <a:p>
                <a:pPr lvl="1"/>
                <a:r>
                  <a:rPr lang="en-GB" dirty="0"/>
                  <a:t>Jobs which prioritised OpenMP over MPI often exceeded the IRIS time limit of 4 hours.</a:t>
                </a:r>
              </a:p>
              <a:p>
                <a:r>
                  <a:rPr lang="en-GB" dirty="0">
                    <a:cs typeface="Courier New" panose="02070309020205020404" pitchFamily="49" charset="0"/>
                  </a:rPr>
                  <a:t>Scalability:</a:t>
                </a:r>
              </a:p>
              <a:p>
                <a:pPr lvl="1"/>
                <a:r>
                  <a:rPr lang="en-GB" dirty="0">
                    <a:cs typeface="Courier New" panose="02070309020205020404" pitchFamily="49" charset="0"/>
                  </a:rPr>
                  <a:t>Runtimes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𝑡</m:t>
                    </m:r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 of pure MPI runs, which were the fastest, follow an inverse law with # of nodes used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𝑁</m:t>
                    </m:r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.</a:t>
                </a:r>
              </a:p>
              <a:p>
                <a:pPr lvl="1"/>
                <a:r>
                  <a:rPr lang="en-GB" dirty="0">
                    <a:cs typeface="Courier New" panose="02070309020205020404" pitchFamily="49" charset="0"/>
                  </a:rPr>
                  <a:t>It approximately follows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∝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𝑁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  <m: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.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4</m:t>
                        </m:r>
                        <m: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 (Log-LSF), meaning by scaling from 4 to 8 nodes one would expect to see the runtime drop by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~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6</m:t>
                    </m:r>
                    <m:r>
                      <a:rPr lang="en-GB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4%</m:t>
                    </m:r>
                  </m:oMath>
                </a14:m>
                <a:endParaRPr lang="en-GB" dirty="0">
                  <a:cs typeface="Courier New" panose="02070309020205020404" pitchFamily="49" charset="0"/>
                </a:endParaRPr>
              </a:p>
              <a:p>
                <a:pPr lvl="1"/>
                <a:r>
                  <a:rPr lang="en-GB" dirty="0">
                    <a:cs typeface="Courier New" panose="02070309020205020404" pitchFamily="49" charset="0"/>
                  </a:rPr>
                  <a:t>Hence pure MPI ASCOT5 SPARC simulations would scale well to higher numbers of CPU nodes.</a:t>
                </a:r>
              </a:p>
              <a:p>
                <a:endParaRPr lang="en-GB" dirty="0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BE5F9CB2-BF1D-8B64-6ADF-53B430891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304825" y="1520948"/>
                <a:ext cx="5698915" cy="4761840"/>
              </a:xfrm>
              <a:blipFill>
                <a:blip r:embed="rId2"/>
                <a:stretch>
                  <a:fillRect l="-1497" t="-2558" r="-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D7F992E8-5A46-2032-BF1C-67B2F9AD65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521" y="1520948"/>
            <a:ext cx="5555479" cy="47618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3273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30BA35-3A60-8993-3557-0CC2027E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Improvements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662BED-D6A9-ADC3-9B35-2C88D301A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Given more time, I would have:</a:t>
            </a:r>
          </a:p>
          <a:p>
            <a:pPr lvl="1"/>
            <a:r>
              <a:rPr lang="en-GB" dirty="0"/>
              <a:t>Figured out installation and execution of an MPI Profiler.</a:t>
            </a:r>
          </a:p>
          <a:p>
            <a:pPr lvl="1"/>
            <a:r>
              <a:rPr lang="en-GB" dirty="0"/>
              <a:t>Tried to fix H5 outputs so wall loads could be plotted.</a:t>
            </a:r>
          </a:p>
          <a:p>
            <a:pPr lvl="1"/>
            <a:r>
              <a:rPr lang="en-GB" dirty="0"/>
              <a:t>Tried different build parameters.</a:t>
            </a:r>
          </a:p>
        </p:txBody>
      </p:sp>
    </p:spTree>
    <p:extLst>
      <p:ext uri="{BB962C8B-B14F-4D97-AF65-F5344CB8AC3E}">
        <p14:creationId xmlns:p14="http://schemas.microsoft.com/office/powerpoint/2010/main" val="302998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6F4C9D-EC0A-3428-DB3B-5BEB282B53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 for your time.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51528DB-B40A-5CDB-38F2-F86EF64560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230772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196</TotalTime>
  <Words>511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Cambria Math</vt:lpstr>
      <vt:lpstr>Corbel</vt:lpstr>
      <vt:lpstr>Courier New</vt:lpstr>
      <vt:lpstr>Parallax</vt:lpstr>
      <vt:lpstr>ASCOT5 SPARC Simulation Results</vt:lpstr>
      <vt:lpstr>Difficulties and Solutions</vt:lpstr>
      <vt:lpstr>ROMEO Results</vt:lpstr>
      <vt:lpstr>1M vs. 5M Results on 1 ROMEO GPU Node</vt:lpstr>
      <vt:lpstr>IRIS Results</vt:lpstr>
      <vt:lpstr>Improvements</vt:lpstr>
      <vt:lpstr>Thank you for your time.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Ewan Hallatt (MSci Theo Phys + App Maths FT)</dc:creator>
  <cp:lastModifiedBy>Ewan Hallatt (MSci Theo Phys + App Maths FT)</cp:lastModifiedBy>
  <cp:revision>1</cp:revision>
  <dcterms:created xsi:type="dcterms:W3CDTF">2026-05-12T13:58:31Z</dcterms:created>
  <dcterms:modified xsi:type="dcterms:W3CDTF">2026-05-12T21:03:12Z</dcterms:modified>
</cp:coreProperties>
</file>